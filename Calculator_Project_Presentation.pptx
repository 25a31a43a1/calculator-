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Calculator Project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Console-based calculator using C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Performs Addition, Subtraction, Multiplication, Division, Modulus, and Power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Menu-driven interface</a:t>
            </a:r>
          </a:p>
          <a:p>
            <a:r>
              <a:t>• Continuous calculations</a:t>
            </a:r>
          </a:p>
          <a:p>
            <a:r>
              <a:t>• Error handling for division by zero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Display menu</a:t>
            </a:r>
          </a:p>
          <a:p>
            <a:r>
              <a:t>2. Read choice</a:t>
            </a:r>
          </a:p>
          <a:p>
            <a:r>
              <a:t>3. Input numbers</a:t>
            </a:r>
          </a:p>
          <a:p>
            <a:r>
              <a:t>4. Perform operation</a:t>
            </a:r>
          </a:p>
          <a:p>
            <a:r>
              <a:t>5. Display result</a:t>
            </a:r>
          </a:p>
          <a:p>
            <a:r>
              <a:t>6. Repeat until exit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code is included in the attached calculator.c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Scientific functions</a:t>
            </a:r>
          </a:p>
          <a:p>
            <a:r>
              <a:t>Calculation history</a:t>
            </a:r>
          </a:p>
          <a:p>
            <a:r>
              <a:t>GUI 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